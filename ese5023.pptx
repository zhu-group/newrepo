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48" y="64"/>
      </p:cViewPr>
      <p:guideLst>
        <p:guide orient="horz" pos="2128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2023/9/2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TMap_2000x1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330200"/>
            <a:ext cx="12195810" cy="60979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63575" y="1917700"/>
            <a:ext cx="5032375" cy="2984500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chemeClr val="bg1"/>
                </a:solidFill>
                <a:cs typeface="+mn-lt"/>
              </a:rPr>
              <a:t>COMPUTING AND PROGRAMMING FOR ENVIRONMENTAL RESEARCH</a:t>
            </a:r>
            <a:endParaRPr lang="en-US" altLang="en-US" sz="2400" b="1" dirty="0">
              <a:solidFill>
                <a:schemeClr val="bg1"/>
              </a:solidFill>
              <a:cs typeface="+mn-lt"/>
            </a:endParaRPr>
          </a:p>
          <a:p>
            <a:r>
              <a:rPr lang="en-US" altLang="en-US" sz="2200" b="1">
                <a:solidFill>
                  <a:schemeClr val="bg1">
                    <a:lumMod val="85000"/>
                  </a:schemeClr>
                </a:solidFill>
                <a:cs typeface="+mn-lt"/>
              </a:rPr>
              <a:t>2023 </a:t>
            </a:r>
            <a:r>
              <a:rPr lang="en-US" altLang="en-US" sz="2200" b="1" dirty="0">
                <a:solidFill>
                  <a:schemeClr val="bg1">
                    <a:lumMod val="85000"/>
                  </a:schemeClr>
                </a:solidFill>
                <a:cs typeface="+mn-lt"/>
              </a:rPr>
              <a:t>Fall | School of Environmental Science and Engineering</a:t>
            </a:r>
            <a:r>
              <a:rPr lang="" altLang="en-US" sz="2200" b="1" dirty="0">
                <a:solidFill>
                  <a:schemeClr val="bg1">
                    <a:lumMod val="85000"/>
                  </a:schemeClr>
                </a:solidFill>
                <a:cs typeface="+mn-lt"/>
              </a:rPr>
              <a:t> | SUSTech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Arial Black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lei</dc:creator>
  <cp:lastModifiedBy>LEI ZHU</cp:lastModifiedBy>
  <cp:revision>16</cp:revision>
  <dcterms:created xsi:type="dcterms:W3CDTF">2020-08-27T02:13:58Z</dcterms:created>
  <dcterms:modified xsi:type="dcterms:W3CDTF">2023-09-02T03:59:21Z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1033-11.1.0.9604</vt:lpwstr>
  </property>
</Properties>
</file>